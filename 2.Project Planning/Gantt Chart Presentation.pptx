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Aristotelica Pro" charset="1" panose="00000500000000000000"/>
      <p:regular r:id="rId7"/>
    </p:embeddedFont>
    <p:embeddedFont>
      <p:font typeface="Aristotelica Pro Bold" charset="1" panose="000008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CF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36370" y="1365419"/>
            <a:ext cx="1463562" cy="479525"/>
            <a:chOff x="0" y="0"/>
            <a:chExt cx="542060" cy="177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2060" cy="177602"/>
            </a:xfrm>
            <a:custGeom>
              <a:avLst/>
              <a:gdLst/>
              <a:ahLst/>
              <a:cxnLst/>
              <a:rect r="r" b="b" t="t" l="l"/>
              <a:pathLst>
                <a:path h="177602" w="542060">
                  <a:moveTo>
                    <a:pt x="0" y="0"/>
                  </a:moveTo>
                  <a:lnTo>
                    <a:pt x="542060" y="0"/>
                  </a:lnTo>
                  <a:lnTo>
                    <a:pt x="542060" y="177602"/>
                  </a:lnTo>
                  <a:lnTo>
                    <a:pt x="0" y="177602"/>
                  </a:lnTo>
                  <a:close/>
                </a:path>
              </a:pathLst>
            </a:custGeom>
            <a:solidFill>
              <a:srgbClr val="18341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42060" cy="206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Aristotelica Pro"/>
                  <a:ea typeface="Aristotelica Pro"/>
                  <a:cs typeface="Aristotelica Pro"/>
                  <a:sym typeface="Aristotelica Pro"/>
                </a:rPr>
                <a:t>Week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44547" y="1365419"/>
            <a:ext cx="1463562" cy="479525"/>
            <a:chOff x="0" y="0"/>
            <a:chExt cx="542060" cy="1776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2060" cy="177602"/>
            </a:xfrm>
            <a:custGeom>
              <a:avLst/>
              <a:gdLst/>
              <a:ahLst/>
              <a:cxnLst/>
              <a:rect r="r" b="b" t="t" l="l"/>
              <a:pathLst>
                <a:path h="177602" w="542060">
                  <a:moveTo>
                    <a:pt x="0" y="0"/>
                  </a:moveTo>
                  <a:lnTo>
                    <a:pt x="542060" y="0"/>
                  </a:lnTo>
                  <a:lnTo>
                    <a:pt x="542060" y="177602"/>
                  </a:lnTo>
                  <a:lnTo>
                    <a:pt x="0" y="177602"/>
                  </a:lnTo>
                  <a:close/>
                </a:path>
              </a:pathLst>
            </a:custGeom>
            <a:solidFill>
              <a:srgbClr val="27542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42060" cy="206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Aristotelica Pro"/>
                  <a:ea typeface="Aristotelica Pro"/>
                  <a:cs typeface="Aristotelica Pro"/>
                  <a:sym typeface="Aristotelica Pro"/>
                </a:rPr>
                <a:t>Week 2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37559" y="340765"/>
            <a:ext cx="5878483" cy="540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Gantt Chart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6856" y="833523"/>
            <a:ext cx="5878483" cy="77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Bright-Coffee-Shop-Project</a:t>
            </a:r>
          </a:p>
          <a:p>
            <a:pPr algn="ctr">
              <a:lnSpc>
                <a:spcPts val="30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41186" y="2057900"/>
            <a:ext cx="167048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Data Preparation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1186" y="2528223"/>
            <a:ext cx="124353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 strike="noStrike" u="none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Data Analysis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1186" y="3005319"/>
            <a:ext cx="167048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Data Visualization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1186" y="3476587"/>
            <a:ext cx="167048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Data Flow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1186" y="3948821"/>
            <a:ext cx="167048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Presentation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058382" y="2096000"/>
            <a:ext cx="238125" cy="23812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23E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53813" y="2096000"/>
            <a:ext cx="238125" cy="23812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23E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44442" y="2096000"/>
            <a:ext cx="238125" cy="23812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649088" y="2096000"/>
            <a:ext cx="238125" cy="2381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39795" y="2096000"/>
            <a:ext cx="238125" cy="23812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58382" y="2566323"/>
            <a:ext cx="238125" cy="23812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353813" y="2566323"/>
            <a:ext cx="238125" cy="23812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23E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944442" y="2566323"/>
            <a:ext cx="238125" cy="23812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649088" y="2566323"/>
            <a:ext cx="238125" cy="238125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23E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239795" y="2566323"/>
            <a:ext cx="238125" cy="238125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58382" y="3036646"/>
            <a:ext cx="238125" cy="23812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53813" y="3036646"/>
            <a:ext cx="238125" cy="238125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944442" y="3036646"/>
            <a:ext cx="238125" cy="238125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649088" y="3036646"/>
            <a:ext cx="238125" cy="23812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239795" y="3036646"/>
            <a:ext cx="238125" cy="23812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058382" y="3506969"/>
            <a:ext cx="238125" cy="238125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353813" y="3506969"/>
            <a:ext cx="238125" cy="238125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944442" y="3506969"/>
            <a:ext cx="238125" cy="238125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649088" y="3506969"/>
            <a:ext cx="238125" cy="238125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239795" y="3506969"/>
            <a:ext cx="238125" cy="238125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7030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058382" y="3977292"/>
            <a:ext cx="238125" cy="238125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353813" y="3977292"/>
            <a:ext cx="238125" cy="238125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2944442" y="3977292"/>
            <a:ext cx="238125" cy="238125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649088" y="3977292"/>
            <a:ext cx="238125" cy="238125"/>
            <a:chOff x="0" y="0"/>
            <a:chExt cx="812800" cy="812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239795" y="3977292"/>
            <a:ext cx="238125" cy="238125"/>
            <a:chOff x="0" y="0"/>
            <a:chExt cx="812800" cy="812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3566560" y="2096000"/>
            <a:ext cx="238125" cy="238125"/>
            <a:chOff x="0" y="0"/>
            <a:chExt cx="812800" cy="812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861991" y="2096000"/>
            <a:ext cx="238125" cy="238125"/>
            <a:chOff x="0" y="0"/>
            <a:chExt cx="812800" cy="812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452619" y="2096000"/>
            <a:ext cx="238125" cy="238125"/>
            <a:chOff x="0" y="0"/>
            <a:chExt cx="812800" cy="812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4157266" y="2096000"/>
            <a:ext cx="238125" cy="238125"/>
            <a:chOff x="0" y="0"/>
            <a:chExt cx="812800" cy="812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4747972" y="2096000"/>
            <a:ext cx="238125" cy="238125"/>
            <a:chOff x="0" y="0"/>
            <a:chExt cx="812800" cy="812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3566560" y="2566323"/>
            <a:ext cx="238125" cy="238125"/>
            <a:chOff x="0" y="0"/>
            <a:chExt cx="812800" cy="812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357030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3861991" y="2566323"/>
            <a:ext cx="238125" cy="238125"/>
            <a:chOff x="0" y="0"/>
            <a:chExt cx="812800" cy="8128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35703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4452619" y="2566323"/>
            <a:ext cx="238125" cy="238125"/>
            <a:chOff x="0" y="0"/>
            <a:chExt cx="812800" cy="812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357030"/>
              </a:solidFill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4157266" y="2566323"/>
            <a:ext cx="238125" cy="238125"/>
            <a:chOff x="0" y="0"/>
            <a:chExt cx="812800" cy="812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357030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4747972" y="2566323"/>
            <a:ext cx="238125" cy="238125"/>
            <a:chOff x="0" y="0"/>
            <a:chExt cx="812800" cy="812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3566560" y="3036646"/>
            <a:ext cx="238125" cy="238125"/>
            <a:chOff x="0" y="0"/>
            <a:chExt cx="812800" cy="8128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861991" y="3036646"/>
            <a:ext cx="238125" cy="238125"/>
            <a:chOff x="0" y="0"/>
            <a:chExt cx="812800" cy="8128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4452619" y="3036646"/>
            <a:ext cx="238125" cy="238125"/>
            <a:chOff x="0" y="0"/>
            <a:chExt cx="812800" cy="812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23E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4157266" y="3036646"/>
            <a:ext cx="238125" cy="238125"/>
            <a:chOff x="0" y="0"/>
            <a:chExt cx="812800" cy="8128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4747972" y="3036646"/>
            <a:ext cx="238125" cy="238125"/>
            <a:chOff x="0" y="0"/>
            <a:chExt cx="812800" cy="8128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5423"/>
            </a:solidFill>
            <a:ln w="9525" cap="sq">
              <a:solidFill>
                <a:srgbClr val="44923E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3566560" y="3506969"/>
            <a:ext cx="238125" cy="238125"/>
            <a:chOff x="0" y="0"/>
            <a:chExt cx="812800" cy="812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7030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37" id="1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3861991" y="3506969"/>
            <a:ext cx="238125" cy="238125"/>
            <a:chOff x="0" y="0"/>
            <a:chExt cx="812800" cy="8128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40" id="1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4452619" y="3506969"/>
            <a:ext cx="238125" cy="238125"/>
            <a:chOff x="0" y="0"/>
            <a:chExt cx="812800" cy="8128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5ABF52"/>
              </a:solidFill>
              <a:prstDash val="solid"/>
              <a:miter/>
            </a:ln>
          </p:spPr>
        </p:sp>
        <p:sp>
          <p:nvSpPr>
            <p:cNvPr name="TextBox 143" id="1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4157266" y="3506969"/>
            <a:ext cx="238125" cy="238125"/>
            <a:chOff x="0" y="0"/>
            <a:chExt cx="812800" cy="8128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5ABF52"/>
              </a:solidFill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4747972" y="3506969"/>
            <a:ext cx="238125" cy="238125"/>
            <a:chOff x="0" y="0"/>
            <a:chExt cx="812800" cy="8128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5ABF52"/>
              </a:solidFill>
              <a:prstDash val="solid"/>
              <a:miter/>
            </a:ln>
          </p:spPr>
        </p:sp>
        <p:sp>
          <p:nvSpPr>
            <p:cNvPr name="TextBox 149" id="1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3566560" y="3977292"/>
            <a:ext cx="238125" cy="238125"/>
            <a:chOff x="0" y="0"/>
            <a:chExt cx="812800" cy="8128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3861991" y="3977292"/>
            <a:ext cx="238125" cy="238125"/>
            <a:chOff x="0" y="0"/>
            <a:chExt cx="812800" cy="8128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55" id="1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4452619" y="3977292"/>
            <a:ext cx="238125" cy="238125"/>
            <a:chOff x="0" y="0"/>
            <a:chExt cx="812800" cy="8128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4157266" y="3977292"/>
            <a:ext cx="238125" cy="238125"/>
            <a:chOff x="0" y="0"/>
            <a:chExt cx="812800" cy="8128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FEB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4747972" y="3977292"/>
            <a:ext cx="238125" cy="238125"/>
            <a:chOff x="0" y="0"/>
            <a:chExt cx="812800" cy="8128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23E"/>
            </a:solidFill>
            <a:ln w="9525" cap="sq">
              <a:solidFill>
                <a:srgbClr val="183416"/>
              </a:solidFill>
              <a:prstDash val="solid"/>
              <a:miter/>
            </a:ln>
          </p:spPr>
        </p:sp>
        <p:sp>
          <p:nvSpPr>
            <p:cNvPr name="TextBox 164" id="1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DAHEq0teZ0c</dc:identifier>
  <dcterms:modified xsi:type="dcterms:W3CDTF">2011-08-01T06:04:30Z</dcterms:modified>
  <cp:revision>1</cp:revision>
  <dc:title>Green Simple Project Gantt Chart Presentation</dc:title>
</cp:coreProperties>
</file>